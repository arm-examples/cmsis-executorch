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014" autoAdjust="0"/>
    <p:restoredTop sz="94660"/>
  </p:normalViewPr>
  <p:slideViewPr>
    <p:cSldViewPr snapToGrid="0">
      <p:cViewPr varScale="1">
        <p:scale>
          <a:sx n="139" d="100"/>
          <a:sy n="139" d="100"/>
        </p:scale>
        <p:origin x="678" y="342"/>
      </p:cViewPr>
      <p:guideLst/>
    </p:cSldViewPr>
  </p:slideViewPr>
  <p:notesTextViewPr>
    <p:cViewPr>
      <p:scale>
        <a:sx n="3" d="2"/>
        <a:sy n="3" d="2"/>
      </p:scale>
      <p:origin x="0" y="-5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CC9687A7-79E2-4841-A92D-C3E3012BC979}" type="doc">
      <dgm:prSet loTypeId="urn:microsoft.com/office/officeart/2005/8/layout/hChevron3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FA91BF56-8AF4-4FC5-B444-779C216AD500}">
      <dgm:prSet phldrT="[Text]" phldr="0" custT="1"/>
      <dgm:spPr>
        <a:solidFill>
          <a:schemeClr val="tx2">
            <a:lumMod val="75000"/>
            <a:lumOff val="25000"/>
          </a:schemeClr>
        </a:solidFill>
      </dgm:spPr>
      <dgm:t>
        <a:bodyPr/>
        <a:lstStyle/>
        <a:p>
          <a:r>
            <a:rPr lang="en-US" sz="1100" dirty="0"/>
            <a:t>Convert and </a:t>
          </a:r>
          <a:br>
            <a:rPr lang="en-US" sz="1100" dirty="0"/>
          </a:br>
          <a:r>
            <a:rPr lang="en-US" sz="1100" dirty="0"/>
            <a:t>Build ML Model</a:t>
          </a:r>
          <a:br>
            <a:rPr lang="en-US" sz="1100" dirty="0"/>
          </a:br>
          <a:r>
            <a:rPr lang="en-US" sz="1100" dirty="0"/>
            <a:t>(Vela)</a:t>
          </a:r>
        </a:p>
      </dgm:t>
    </dgm:pt>
    <dgm:pt modelId="{52D69DAE-69DE-4E9B-B414-E7AA14F62FC3}" type="parTrans" cxnId="{82CDA70A-21EF-462C-9CCF-91FFC823330A}">
      <dgm:prSet/>
      <dgm:spPr/>
      <dgm:t>
        <a:bodyPr/>
        <a:lstStyle/>
        <a:p>
          <a:endParaRPr lang="en-US"/>
        </a:p>
      </dgm:t>
    </dgm:pt>
    <dgm:pt modelId="{1DE73C1F-B3FC-42DC-AEA8-92EF8E9E3D69}" type="sibTrans" cxnId="{82CDA70A-21EF-462C-9CCF-91FFC823330A}">
      <dgm:prSet/>
      <dgm:spPr/>
      <dgm:t>
        <a:bodyPr/>
        <a:lstStyle/>
        <a:p>
          <a:endParaRPr lang="en-US"/>
        </a:p>
      </dgm:t>
    </dgm:pt>
    <dgm:pt modelId="{17C0838B-FAC3-45F8-89C5-01BAF7C0B2AC}">
      <dgm:prSet phldrT="[Text]" phldr="0"/>
      <dgm:spPr>
        <a:solidFill>
          <a:schemeClr val="tx2">
            <a:lumMod val="75000"/>
            <a:lumOff val="25000"/>
          </a:schemeClr>
        </a:solidFill>
      </dgm:spPr>
      <dgm:t>
        <a:bodyPr/>
        <a:lstStyle/>
        <a:p>
          <a:r>
            <a:rPr lang="en-US" dirty="0"/>
            <a:t>Build </a:t>
          </a:r>
          <a:r>
            <a:rPr lang="en-US" dirty="0" err="1"/>
            <a:t>ExecuTorch</a:t>
          </a:r>
          <a:r>
            <a:rPr lang="en-US" dirty="0"/>
            <a:t> Core Libraries</a:t>
          </a:r>
        </a:p>
      </dgm:t>
    </dgm:pt>
    <dgm:pt modelId="{76272BEC-6182-45D7-894F-B5192AD4B789}" type="parTrans" cxnId="{69F5EA59-13B7-41B5-9616-8B8CE8A06E1A}">
      <dgm:prSet/>
      <dgm:spPr/>
      <dgm:t>
        <a:bodyPr/>
        <a:lstStyle/>
        <a:p>
          <a:endParaRPr lang="en-US"/>
        </a:p>
      </dgm:t>
    </dgm:pt>
    <dgm:pt modelId="{88C327F5-4A48-49BF-B8B1-91C19095E786}" type="sibTrans" cxnId="{69F5EA59-13B7-41B5-9616-8B8CE8A06E1A}">
      <dgm:prSet/>
      <dgm:spPr/>
      <dgm:t>
        <a:bodyPr/>
        <a:lstStyle/>
        <a:p>
          <a:endParaRPr lang="en-US"/>
        </a:p>
      </dgm:t>
    </dgm:pt>
    <dgm:pt modelId="{86B7FCD1-8D29-439E-80C3-E3F2B4ADE300}">
      <dgm:prSet phldrT="[Text]" phldr="0"/>
      <dgm:spPr>
        <a:solidFill>
          <a:schemeClr val="tx2">
            <a:lumMod val="75000"/>
            <a:lumOff val="25000"/>
          </a:schemeClr>
        </a:solidFill>
      </dgm:spPr>
      <dgm:t>
        <a:bodyPr/>
        <a:lstStyle/>
        <a:p>
          <a:r>
            <a:rPr lang="en-US" dirty="0"/>
            <a:t>Build </a:t>
          </a:r>
          <a:r>
            <a:rPr lang="en-US" dirty="0" err="1"/>
            <a:t>ExecuTorch</a:t>
          </a:r>
          <a:r>
            <a:rPr lang="en-US" dirty="0"/>
            <a:t> Selective Kernel Libraries</a:t>
          </a:r>
        </a:p>
      </dgm:t>
    </dgm:pt>
    <dgm:pt modelId="{66B3DBF4-F522-4C01-90F5-B92433F22E3E}" type="parTrans" cxnId="{D467B579-E0D9-4F87-9564-26CB5077DA0E}">
      <dgm:prSet/>
      <dgm:spPr/>
      <dgm:t>
        <a:bodyPr/>
        <a:lstStyle/>
        <a:p>
          <a:endParaRPr lang="en-US"/>
        </a:p>
      </dgm:t>
    </dgm:pt>
    <dgm:pt modelId="{984A36CF-8260-4B91-95D1-C5007F2694CD}" type="sibTrans" cxnId="{D467B579-E0D9-4F87-9564-26CB5077DA0E}">
      <dgm:prSet/>
      <dgm:spPr/>
      <dgm:t>
        <a:bodyPr/>
        <a:lstStyle/>
        <a:p>
          <a:endParaRPr lang="en-US"/>
        </a:p>
      </dgm:t>
    </dgm:pt>
    <dgm:pt modelId="{6511E908-8348-40C7-99BD-DE803E11A7D2}" type="pres">
      <dgm:prSet presAssocID="{CC9687A7-79E2-4841-A92D-C3E3012BC979}" presName="Name0" presStyleCnt="0">
        <dgm:presLayoutVars>
          <dgm:dir/>
          <dgm:resizeHandles val="exact"/>
        </dgm:presLayoutVars>
      </dgm:prSet>
      <dgm:spPr/>
    </dgm:pt>
    <dgm:pt modelId="{DF2A6F13-39FD-4669-BB71-E04CACF37F26}" type="pres">
      <dgm:prSet presAssocID="{FA91BF56-8AF4-4FC5-B444-779C216AD500}" presName="parTxOnly" presStyleLbl="node1" presStyleIdx="0" presStyleCnt="3" custScaleX="91845" custLinFactNeighborY="96342">
        <dgm:presLayoutVars>
          <dgm:bulletEnabled val="1"/>
        </dgm:presLayoutVars>
      </dgm:prSet>
      <dgm:spPr/>
    </dgm:pt>
    <dgm:pt modelId="{7C271FA3-1BD9-4817-B793-B0C162F3E51C}" type="pres">
      <dgm:prSet presAssocID="{1DE73C1F-B3FC-42DC-AEA8-92EF8E9E3D69}" presName="parSpace" presStyleCnt="0"/>
      <dgm:spPr/>
    </dgm:pt>
    <dgm:pt modelId="{22A9535A-1045-49B5-886B-215DD6446B67}" type="pres">
      <dgm:prSet presAssocID="{17C0838B-FAC3-45F8-89C5-01BAF7C0B2AC}" presName="parTxOnly" presStyleLbl="node1" presStyleIdx="1" presStyleCnt="3" custScaleX="120474" custLinFactNeighborY="96342">
        <dgm:presLayoutVars>
          <dgm:bulletEnabled val="1"/>
        </dgm:presLayoutVars>
      </dgm:prSet>
      <dgm:spPr/>
    </dgm:pt>
    <dgm:pt modelId="{4319E2C5-0E36-4317-85ED-E1FB76107882}" type="pres">
      <dgm:prSet presAssocID="{88C327F5-4A48-49BF-B8B1-91C19095E786}" presName="parSpace" presStyleCnt="0"/>
      <dgm:spPr/>
    </dgm:pt>
    <dgm:pt modelId="{EA44DCF4-71AE-4F1A-9C38-D0A727C15ABD}" type="pres">
      <dgm:prSet presAssocID="{86B7FCD1-8D29-439E-80C3-E3F2B4ADE300}" presName="parTxOnly" presStyleLbl="node1" presStyleIdx="2" presStyleCnt="3" custScaleX="117280" custLinFactNeighborY="96342">
        <dgm:presLayoutVars>
          <dgm:bulletEnabled val="1"/>
        </dgm:presLayoutVars>
      </dgm:prSet>
      <dgm:spPr/>
    </dgm:pt>
  </dgm:ptLst>
  <dgm:cxnLst>
    <dgm:cxn modelId="{82CDA70A-21EF-462C-9CCF-91FFC823330A}" srcId="{CC9687A7-79E2-4841-A92D-C3E3012BC979}" destId="{FA91BF56-8AF4-4FC5-B444-779C216AD500}" srcOrd="0" destOrd="0" parTransId="{52D69DAE-69DE-4E9B-B414-E7AA14F62FC3}" sibTransId="{1DE73C1F-B3FC-42DC-AEA8-92EF8E9E3D69}"/>
    <dgm:cxn modelId="{2B283B10-877E-4F04-BC15-FB3556E01C7F}" type="presOf" srcId="{FA91BF56-8AF4-4FC5-B444-779C216AD500}" destId="{DF2A6F13-39FD-4669-BB71-E04CACF37F26}" srcOrd="0" destOrd="0" presId="urn:microsoft.com/office/officeart/2005/8/layout/hChevron3"/>
    <dgm:cxn modelId="{1BE85644-3583-4D5A-BD09-236680053972}" type="presOf" srcId="{17C0838B-FAC3-45F8-89C5-01BAF7C0B2AC}" destId="{22A9535A-1045-49B5-886B-215DD6446B67}" srcOrd="0" destOrd="0" presId="urn:microsoft.com/office/officeart/2005/8/layout/hChevron3"/>
    <dgm:cxn modelId="{D467B579-E0D9-4F87-9564-26CB5077DA0E}" srcId="{CC9687A7-79E2-4841-A92D-C3E3012BC979}" destId="{86B7FCD1-8D29-439E-80C3-E3F2B4ADE300}" srcOrd="2" destOrd="0" parTransId="{66B3DBF4-F522-4C01-90F5-B92433F22E3E}" sibTransId="{984A36CF-8260-4B91-95D1-C5007F2694CD}"/>
    <dgm:cxn modelId="{69F5EA59-13B7-41B5-9616-8B8CE8A06E1A}" srcId="{CC9687A7-79E2-4841-A92D-C3E3012BC979}" destId="{17C0838B-FAC3-45F8-89C5-01BAF7C0B2AC}" srcOrd="1" destOrd="0" parTransId="{76272BEC-6182-45D7-894F-B5192AD4B789}" sibTransId="{88C327F5-4A48-49BF-B8B1-91C19095E786}"/>
    <dgm:cxn modelId="{60642EA2-628E-4994-A0C7-BBCADA82F2FB}" type="presOf" srcId="{CC9687A7-79E2-4841-A92D-C3E3012BC979}" destId="{6511E908-8348-40C7-99BD-DE803E11A7D2}" srcOrd="0" destOrd="0" presId="urn:microsoft.com/office/officeart/2005/8/layout/hChevron3"/>
    <dgm:cxn modelId="{6C0777CB-FD98-4165-9327-6781E22BF305}" type="presOf" srcId="{86B7FCD1-8D29-439E-80C3-E3F2B4ADE300}" destId="{EA44DCF4-71AE-4F1A-9C38-D0A727C15ABD}" srcOrd="0" destOrd="0" presId="urn:microsoft.com/office/officeart/2005/8/layout/hChevron3"/>
    <dgm:cxn modelId="{B9F4B844-51B6-4D2A-A938-B05F61F80805}" type="presParOf" srcId="{6511E908-8348-40C7-99BD-DE803E11A7D2}" destId="{DF2A6F13-39FD-4669-BB71-E04CACF37F26}" srcOrd="0" destOrd="0" presId="urn:microsoft.com/office/officeart/2005/8/layout/hChevron3"/>
    <dgm:cxn modelId="{5B59CFF8-8AC5-4952-BFFB-C38E3B2433A2}" type="presParOf" srcId="{6511E908-8348-40C7-99BD-DE803E11A7D2}" destId="{7C271FA3-1BD9-4817-B793-B0C162F3E51C}" srcOrd="1" destOrd="0" presId="urn:microsoft.com/office/officeart/2005/8/layout/hChevron3"/>
    <dgm:cxn modelId="{B754D2D0-5CCA-4DC4-8FA5-F73AA7C97600}" type="presParOf" srcId="{6511E908-8348-40C7-99BD-DE803E11A7D2}" destId="{22A9535A-1045-49B5-886B-215DD6446B67}" srcOrd="2" destOrd="0" presId="urn:microsoft.com/office/officeart/2005/8/layout/hChevron3"/>
    <dgm:cxn modelId="{DEE17A03-80A7-4982-8460-59CFA7E8644B}" type="presParOf" srcId="{6511E908-8348-40C7-99BD-DE803E11A7D2}" destId="{4319E2C5-0E36-4317-85ED-E1FB76107882}" srcOrd="3" destOrd="0" presId="urn:microsoft.com/office/officeart/2005/8/layout/hChevron3"/>
    <dgm:cxn modelId="{A7866B1F-E3B5-4BB8-9860-DDF01E5D0452}" type="presParOf" srcId="{6511E908-8348-40C7-99BD-DE803E11A7D2}" destId="{EA44DCF4-71AE-4F1A-9C38-D0A727C15ABD}" srcOrd="4" destOrd="0" presId="urn:microsoft.com/office/officeart/2005/8/layout/hChevron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F2A6F13-39FD-4669-BB71-E04CACF37F26}">
      <dsp:nvSpPr>
        <dsp:cNvPr id="0" name=""/>
        <dsp:cNvSpPr/>
      </dsp:nvSpPr>
      <dsp:spPr>
        <a:xfrm>
          <a:off x="576" y="57398"/>
          <a:ext cx="1399472" cy="609493"/>
        </a:xfrm>
        <a:prstGeom prst="homePlate">
          <a:avLst/>
        </a:prstGeom>
        <a:solidFill>
          <a:schemeClr val="tx2">
            <a:lumMod val="75000"/>
            <a:lumOff val="2500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8674" tIns="29337" rIns="14669" bIns="29337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dirty="0"/>
            <a:t>Convert and </a:t>
          </a:r>
          <a:br>
            <a:rPr lang="en-US" sz="1100" kern="1200" dirty="0"/>
          </a:br>
          <a:r>
            <a:rPr lang="en-US" sz="1100" kern="1200" dirty="0"/>
            <a:t>Build ML Model</a:t>
          </a:r>
          <a:br>
            <a:rPr lang="en-US" sz="1100" kern="1200" dirty="0"/>
          </a:br>
          <a:r>
            <a:rPr lang="en-US" sz="1100" kern="1200" dirty="0"/>
            <a:t>(Vela)</a:t>
          </a:r>
        </a:p>
      </dsp:txBody>
      <dsp:txXfrm>
        <a:off x="576" y="57398"/>
        <a:ext cx="1247099" cy="609493"/>
      </dsp:txXfrm>
    </dsp:sp>
    <dsp:sp modelId="{22A9535A-1045-49B5-886B-215DD6446B67}">
      <dsp:nvSpPr>
        <dsp:cNvPr id="0" name=""/>
        <dsp:cNvSpPr/>
      </dsp:nvSpPr>
      <dsp:spPr>
        <a:xfrm>
          <a:off x="1095302" y="57398"/>
          <a:ext cx="1835702" cy="609493"/>
        </a:xfrm>
        <a:prstGeom prst="chevron">
          <a:avLst/>
        </a:prstGeom>
        <a:solidFill>
          <a:schemeClr val="tx2">
            <a:lumMod val="75000"/>
            <a:lumOff val="2500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4006" tIns="29337" rIns="14669" bIns="29337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dirty="0"/>
            <a:t>Build </a:t>
          </a:r>
          <a:r>
            <a:rPr lang="en-US" sz="1100" kern="1200" dirty="0" err="1"/>
            <a:t>ExecuTorch</a:t>
          </a:r>
          <a:r>
            <a:rPr lang="en-US" sz="1100" kern="1200" dirty="0"/>
            <a:t> Core Libraries</a:t>
          </a:r>
        </a:p>
      </dsp:txBody>
      <dsp:txXfrm>
        <a:off x="1400049" y="57398"/>
        <a:ext cx="1226209" cy="609493"/>
      </dsp:txXfrm>
    </dsp:sp>
    <dsp:sp modelId="{EA44DCF4-71AE-4F1A-9C38-D0A727C15ABD}">
      <dsp:nvSpPr>
        <dsp:cNvPr id="0" name=""/>
        <dsp:cNvSpPr/>
      </dsp:nvSpPr>
      <dsp:spPr>
        <a:xfrm>
          <a:off x="2626258" y="57398"/>
          <a:ext cx="1787034" cy="609493"/>
        </a:xfrm>
        <a:prstGeom prst="chevron">
          <a:avLst/>
        </a:prstGeom>
        <a:solidFill>
          <a:schemeClr val="tx2">
            <a:lumMod val="75000"/>
            <a:lumOff val="2500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4006" tIns="29337" rIns="14669" bIns="29337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dirty="0"/>
            <a:t>Build </a:t>
          </a:r>
          <a:r>
            <a:rPr lang="en-US" sz="1100" kern="1200" dirty="0" err="1"/>
            <a:t>ExecuTorch</a:t>
          </a:r>
          <a:r>
            <a:rPr lang="en-US" sz="1100" kern="1200" dirty="0"/>
            <a:t> Selective Kernel Libraries</a:t>
          </a:r>
        </a:p>
      </dsp:txBody>
      <dsp:txXfrm>
        <a:off x="2931005" y="57398"/>
        <a:ext cx="1177541" cy="609493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Chevron3">
  <dgm:title val=""/>
  <dgm:desc val=""/>
  <dgm:catLst>
    <dgm:cat type="process" pri="10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root des" func="maxDepth" op="gte" val="2">
        <dgm:constrLst>
          <dgm:constr type="w" for="ch" forName="parAndChTx" refType="w"/>
          <dgm:constr type="primFontSz" for="ch" ptType="node" op="equ"/>
          <dgm:constr type="w" for="ch" forName="parAndChSpace" refType="w" refFor="ch" refForName="parAndChTx" fact="-0.2"/>
          <dgm:constr type="w" for="ch" ptType="sibTrans" op="equ"/>
        </dgm:constrLst>
        <dgm:ruleLst/>
        <dgm:forEach name="Name6" axis="ch" ptType="node">
          <dgm:layoutNode name="parAndChTx">
            <dgm:varLst>
              <dgm:bulletEnabled val="1"/>
            </dgm:varLst>
            <dgm:alg type="tx"/>
            <dgm:choose name="Name7">
              <dgm:if name="Name8" func="var" arg="dir" op="equ" val="norm">
                <dgm:choose name="Name9">
                  <dgm:if name="Name10" axis="self" ptType="node" func="pos" op="equ" val="1">
                    <dgm:shape xmlns:r="http://schemas.openxmlformats.org/officeDocument/2006/relationships" type="homePlate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1"/>
                      <dgm:constr type="rMarg" refType="w" fact="0.4"/>
                    </dgm:constrLst>
                  </dgm:if>
                  <dgm:else name="Name11">
                    <dgm:shape xmlns:r="http://schemas.openxmlformats.org/officeDocument/2006/relationships" type="chevron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1"/>
                      <dgm:constr type="rMarg" refType="w" fact="0.1"/>
                    </dgm:constrLst>
                  </dgm:else>
                </dgm:choose>
              </dgm:if>
              <dgm:else name="Name12">
                <dgm:choose name="Name13">
                  <dgm:if name="Name14" axis="self" ptType="node" func="pos" op="equ" val="1">
                    <dgm:shape xmlns:r="http://schemas.openxmlformats.org/officeDocument/2006/relationships" rot="180" type="homePlate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4"/>
                      <dgm:constr type="rMarg" refType="w" fact="0.1"/>
                    </dgm:constrLst>
                  </dgm:if>
                  <dgm:else name="Name15">
                    <dgm:shape xmlns:r="http://schemas.openxmlformats.org/officeDocument/2006/relationships" rot="180" type="chevron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1"/>
                      <dgm:constr type="rMarg" refType="w" fact="0.1"/>
                    </dgm:constrLst>
                  </dgm:else>
                </dgm:choose>
              </dgm:else>
            </dgm:choose>
            <dgm:ruleLst>
              <dgm:rule type="primFontSz" val="5" fact="NaN" max="NaN"/>
            </dgm:ruleLst>
          </dgm:layoutNode>
          <dgm:forEach name="Name16" axis="followSib" ptType="sibTrans" cnt="1">
            <dgm:layoutNode name="parAndCh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17">
        <dgm:constrLst>
          <dgm:constr type="w" for="ch" forName="parTxOnly" refType="w"/>
          <dgm:constr type="primFontSz" for="ch" ptType="node" op="equ"/>
          <dgm:constr type="w" for="ch" forName="parSpace" refType="w" refFor="ch" refForName="parTxOnly" fact="-0.2"/>
          <dgm:constr type="w" for="ch" ptType="sibTrans" op="equ"/>
        </dgm:constrLst>
        <dgm:ruleLst/>
        <dgm:forEach name="Name18" axis="ch" ptType="node">
          <dgm:layoutNode name="parTxOnly">
            <dgm:varLst>
              <dgm:bulletEnabled val="1"/>
            </dgm:varLst>
            <dgm:alg type="tx"/>
            <dgm:presOf axis="desOrSelf" ptType="node"/>
            <dgm:choose name="Name19">
              <dgm:if name="Name20" func="var" arg="dir" op="equ" val="norm">
                <dgm:choose name="Name21">
                  <dgm:if name="Name22" axis="self" ptType="node" func="pos" op="equ" val="1">
                    <dgm:shape xmlns:r="http://schemas.openxmlformats.org/officeDocument/2006/relationships" type="homePlate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42"/>
                      <dgm:constr type="rMarg" refType="primFontSz" fact="0.105"/>
                    </dgm:constrLst>
                  </dgm:if>
                  <dgm:else name="Name23">
                    <dgm:shape xmlns:r="http://schemas.openxmlformats.org/officeDocument/2006/relationships" type="chevron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315"/>
                      <dgm:constr type="rMarg" refType="primFontSz" fact="0.105"/>
                    </dgm:constrLst>
                  </dgm:else>
                </dgm:choose>
              </dgm:if>
              <dgm:else name="Name24">
                <dgm:choose name="Name25">
                  <dgm:if name="Name26" axis="self" ptType="node" func="pos" op="equ" val="1">
                    <dgm:shape xmlns:r="http://schemas.openxmlformats.org/officeDocument/2006/relationships" rot="180" type="homePlate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105"/>
                      <dgm:constr type="rMarg" refType="primFontSz" fact="0.42"/>
                    </dgm:constrLst>
                  </dgm:if>
                  <dgm:else name="Name27">
                    <dgm:shape xmlns:r="http://schemas.openxmlformats.org/officeDocument/2006/relationships" rot="180" type="chevron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105"/>
                      <dgm:constr type="rMarg" refType="primFontSz" fact="0.315"/>
                    </dgm:constrLst>
                  </dgm:else>
                </dgm:choose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CCFE52-D7D9-98F7-CA7F-9178F8B8B00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D770E1B-26B7-3884-F573-1C56F987743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9BC49EA-5036-9D97-B78C-01134D99B8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D65825-B19C-4C91-B2C7-15DD554F4278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D540BD-B17C-8130-E027-AA75C1D997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8B81C4-8485-60EE-27D7-82C571DEDF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BECDA7-33B9-4102-845A-2E6B0259C6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06842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C6F69C-6B3A-E990-47C6-414A094F6A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A660FC-FC34-F7F0-43A5-1D86967EF83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1F043D3-F53D-44AF-6CE2-8D32ACD173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D65825-B19C-4C91-B2C7-15DD554F4278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42461E-4A81-354A-A9DF-4041BCCABE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03508C7-1306-A3A7-09C4-F776F68657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BECDA7-33B9-4102-845A-2E6B0259C6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68737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F9D5FA-3071-9B9B-62E9-C9242C2FDC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DA3EAA9-E9C2-A817-D92F-B6D40FDA192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06374C-39D9-1AC6-2BDC-69852AFD56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D65825-B19C-4C91-B2C7-15DD554F4278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B95FA56-DDBC-5287-465C-4FE9DC9E3F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235649-63B1-74C9-E038-2C48F6C0CB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BECDA7-33B9-4102-845A-2E6B0259C6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568880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AACDA9-F029-97AC-9872-C27C02C180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7BB768-19EB-E705-BF24-C1FFE7E5BD8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5F91C2F-5947-C18E-D719-F4ADB295632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C0E93A7-593B-5CCB-32FB-CC651A801F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D65825-B19C-4C91-B2C7-15DD554F4278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154B378-9CCD-CDBA-0882-783B13698D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9A04A1D-1AE9-22F6-F308-E09D9BF2A7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BECDA7-33B9-4102-845A-2E6B0259C6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099827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DF9EB8-F278-A410-8FF4-979F56AF19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851515E-CAB6-3219-DEA1-CFD70F61DA2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6172E42-C4AB-A787-8EC1-E41CF2B662B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31436F6-F8A8-E6F1-9801-7549527F9A4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18293FF-918D-AD1B-F2B8-A91D1912826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7737779-76F4-D689-6F46-8E7CFEA074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D65825-B19C-4C91-B2C7-15DD554F4278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8DB0BFE-18AD-4435-255F-A3FFAB18DF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4B3EAEF-7312-88BE-BF87-9E7A3C2CA4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BECDA7-33B9-4102-845A-2E6B0259C6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82552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3568F0-469E-4BE2-CFED-A6239586EA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6BDB6DA-724C-5082-8B16-1A5EDA070E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D65825-B19C-4C91-B2C7-15DD554F4278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D2E169C-2EED-82F5-B04E-54B55396D4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8DC76CB-94EC-51F3-6DD0-D5786E9F5A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BECDA7-33B9-4102-845A-2E6B0259C6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88693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2559161-3843-72A9-7A73-5A9E73D3A5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D65825-B19C-4C91-B2C7-15DD554F4278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1D925B9-E070-419A-4801-A00EC8ABE4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3F88B88-DD52-1FED-6C11-3047BA1759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BECDA7-33B9-4102-845A-2E6B0259C6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18833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F29521-A525-1452-3ECA-DE049BC0FC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9C6F67-2EFE-5BE1-870E-D09C91147CB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CFFBBAB-B730-6493-3A04-D1D4DCB5F2B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73D9FCA-678B-8D1D-63B7-6F5D43503F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D65825-B19C-4C91-B2C7-15DD554F4278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0E5FD9C-DE76-7CB5-7B76-EDFCEDED92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170AB56-D884-3264-29FC-9ECD489CDB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BECDA7-33B9-4102-845A-2E6B0259C6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051345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DB800D-FADB-65D3-C23C-104937E212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3AA036F-2084-732F-3741-09805467DA0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D72BC42-ADD9-3DEB-AC67-61A70CDAF40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425A546-96A5-A934-DEB9-FF56B25510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D65825-B19C-4C91-B2C7-15DD554F4278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E455DE7-E387-9BFF-83B0-4EC88540ED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C3F34FF-334D-0C79-7A9B-8E39695341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BECDA7-33B9-4102-845A-2E6B0259C6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746168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DAF00B-B178-CC96-EF27-DD87498B59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9993643-3205-87ED-093A-B8CD371A1F5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113192D-5CD7-40B5-0C34-AA75E01E05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D65825-B19C-4C91-B2C7-15DD554F4278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0997B7-77C1-EAD9-21B0-62246B0668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503AD9F-55D8-9672-BB1F-9D9AC5FA87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BECDA7-33B9-4102-845A-2E6B0259C6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33148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B280965-5FAC-2DAC-D56B-C0C379B6412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7C9BF3B-2D2F-4F5E-5B34-5CCE4530F83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B90FD70-BCCE-B6C1-41A9-2A1A976BE7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D65825-B19C-4C91-B2C7-15DD554F4278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61BD4FB-91C8-66A0-FC3E-6E9D6DE4F1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08DFC6-2B2F-A284-51C3-20FE634EB2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BECDA7-33B9-4102-845A-2E6B0259C6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47519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91FD67A-D60E-0E8F-279A-A878555A8A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68DF20A-463D-5125-5CE6-B26BD199997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014713C-13B7-488A-411B-4AB0954DD3B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AD65825-B19C-4C91-B2C7-15DD554F4278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F722728-73D8-8ADE-C4B1-3346E25BAB7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74358F1-DE14-A401-3845-CE7503ED821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6BECDA7-33B9-4102-845A-2E6B0259C6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78028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1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8D89DD6D-75BA-5F14-1894-58E929E04527}"/>
              </a:ext>
            </a:extLst>
          </p:cNvPr>
          <p:cNvSpPr/>
          <p:nvPr/>
        </p:nvSpPr>
        <p:spPr>
          <a:xfrm>
            <a:off x="6565805" y="2232950"/>
            <a:ext cx="4358870" cy="1111404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sz="1200" dirty="0"/>
              <a:t>CMSIS Solution Project for Targets based on Arm Ethos-U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B09BE71-DEDF-0759-D857-9EE5D7F2D473}"/>
              </a:ext>
            </a:extLst>
          </p:cNvPr>
          <p:cNvSpPr/>
          <p:nvPr/>
        </p:nvSpPr>
        <p:spPr>
          <a:xfrm>
            <a:off x="4910028" y="3504860"/>
            <a:ext cx="4785131" cy="1111404"/>
          </a:xfrm>
          <a:prstGeom prst="rect">
            <a:avLst/>
          </a:prstGeom>
          <a:solidFill>
            <a:srgbClr val="6E2FF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algn="ctr"/>
            <a:r>
              <a:rPr lang="en-US" sz="1200" dirty="0"/>
              <a:t>Docker Container with tools and </a:t>
            </a:r>
            <a:r>
              <a:rPr lang="en-US" sz="1200" dirty="0" err="1"/>
              <a:t>ExecuTorch</a:t>
            </a:r>
            <a:r>
              <a:rPr lang="en-US" sz="1200" dirty="0"/>
              <a:t> framework</a:t>
            </a:r>
          </a:p>
        </p:txBody>
      </p:sp>
      <p:sp>
        <p:nvSpPr>
          <p:cNvPr id="6" name="Arrow: Bent-Up 5">
            <a:extLst>
              <a:ext uri="{FF2B5EF4-FFF2-40B4-BE49-F238E27FC236}">
                <a16:creationId xmlns:a16="http://schemas.microsoft.com/office/drawing/2014/main" id="{1B35E3AE-632F-3CFE-47D5-76A0A4874065}"/>
              </a:ext>
            </a:extLst>
          </p:cNvPr>
          <p:cNvSpPr/>
          <p:nvPr/>
        </p:nvSpPr>
        <p:spPr>
          <a:xfrm>
            <a:off x="9508385" y="3218364"/>
            <a:ext cx="944187" cy="892997"/>
          </a:xfrm>
          <a:prstGeom prst="bentUpArrow">
            <a:avLst>
              <a:gd name="adj1" fmla="val 20187"/>
              <a:gd name="adj2" fmla="val 24732"/>
              <a:gd name="adj3" fmla="val 23529"/>
            </a:avLst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aphicFrame>
        <p:nvGraphicFramePr>
          <p:cNvPr id="7" name="Diagram 6">
            <a:extLst>
              <a:ext uri="{FF2B5EF4-FFF2-40B4-BE49-F238E27FC236}">
                <a16:creationId xmlns:a16="http://schemas.microsoft.com/office/drawing/2014/main" id="{47782E81-6EBC-3072-28BB-18D67A9604E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704477468"/>
              </p:ext>
            </p:extLst>
          </p:nvPr>
        </p:nvGraphicFramePr>
        <p:xfrm>
          <a:off x="5195350" y="3646863"/>
          <a:ext cx="4413870" cy="66689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8" name="Rectangle 7">
            <a:extLst>
              <a:ext uri="{FF2B5EF4-FFF2-40B4-BE49-F238E27FC236}">
                <a16:creationId xmlns:a16="http://schemas.microsoft.com/office/drawing/2014/main" id="{455F44BC-D92A-1ED3-0508-8B330724008F}"/>
              </a:ext>
            </a:extLst>
          </p:cNvPr>
          <p:cNvSpPr/>
          <p:nvPr/>
        </p:nvSpPr>
        <p:spPr>
          <a:xfrm>
            <a:off x="4066678" y="2523194"/>
            <a:ext cx="1114926" cy="692300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Model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A209AB37-E607-EC84-E4B2-7A1615884CA1}"/>
              </a:ext>
            </a:extLst>
          </p:cNvPr>
          <p:cNvSpPr/>
          <p:nvPr/>
        </p:nvSpPr>
        <p:spPr>
          <a:xfrm>
            <a:off x="9671667" y="2523195"/>
            <a:ext cx="1114926" cy="692300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AI Layer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E48FD42-0900-4D95-3ECD-85B681F1FD62}"/>
              </a:ext>
            </a:extLst>
          </p:cNvPr>
          <p:cNvSpPr/>
          <p:nvPr/>
        </p:nvSpPr>
        <p:spPr>
          <a:xfrm>
            <a:off x="6707321" y="2523194"/>
            <a:ext cx="1114926" cy="692300"/>
          </a:xfrm>
          <a:prstGeom prst="rect">
            <a:avLst/>
          </a:prstGeom>
          <a:solidFill>
            <a:schemeClr val="accent6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Board</a:t>
            </a:r>
            <a:br>
              <a:rPr lang="en-US" sz="1200" dirty="0"/>
            </a:br>
            <a:r>
              <a:rPr lang="en-US" sz="1200" dirty="0"/>
              <a:t>Layer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B787E7C-464A-B264-33F0-E1D7CB06CEBA}"/>
              </a:ext>
            </a:extLst>
          </p:cNvPr>
          <p:cNvSpPr/>
          <p:nvPr/>
        </p:nvSpPr>
        <p:spPr>
          <a:xfrm>
            <a:off x="8189494" y="2523194"/>
            <a:ext cx="1114926" cy="692300"/>
          </a:xfrm>
          <a:prstGeom prst="rect">
            <a:avLst/>
          </a:prstGeom>
          <a:solidFill>
            <a:schemeClr val="accent6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err="1"/>
              <a:t>ExecuTorch</a:t>
            </a:r>
            <a:r>
              <a:rPr lang="en-US" sz="1200" dirty="0"/>
              <a:t> Runner</a:t>
            </a:r>
          </a:p>
        </p:txBody>
      </p:sp>
      <p:sp>
        <p:nvSpPr>
          <p:cNvPr id="12" name="Arrow: Bent-Up 11">
            <a:extLst>
              <a:ext uri="{FF2B5EF4-FFF2-40B4-BE49-F238E27FC236}">
                <a16:creationId xmlns:a16="http://schemas.microsoft.com/office/drawing/2014/main" id="{0BD90AF6-320B-BFC0-AA00-D35D293C0CA4}"/>
              </a:ext>
            </a:extLst>
          </p:cNvPr>
          <p:cNvSpPr/>
          <p:nvPr/>
        </p:nvSpPr>
        <p:spPr>
          <a:xfrm rot="5400000">
            <a:off x="4369476" y="3372771"/>
            <a:ext cx="966532" cy="657724"/>
          </a:xfrm>
          <a:prstGeom prst="bentUpArrow">
            <a:avLst>
              <a:gd name="adj1" fmla="val 20187"/>
              <a:gd name="adj2" fmla="val 24732"/>
              <a:gd name="adj3" fmla="val 23529"/>
            </a:avLst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C889702-1357-3B06-23E8-D705FF79A948}"/>
              </a:ext>
            </a:extLst>
          </p:cNvPr>
          <p:cNvSpPr txBox="1"/>
          <p:nvPr/>
        </p:nvSpPr>
        <p:spPr>
          <a:xfrm>
            <a:off x="9802294" y="4210982"/>
            <a:ext cx="1200866" cy="30566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</a:pPr>
            <a:r>
              <a:rPr lang="en-US" sz="1100" kern="1200" dirty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Libraries for </a:t>
            </a:r>
            <a:r>
              <a:rPr lang="en-US" sz="1100" dirty="0">
                <a:solidFill>
                  <a:schemeClr val="tx2"/>
                </a:solidFill>
                <a:latin typeface="+mn-lt"/>
                <a:ea typeface="+mn-ea"/>
              </a:rPr>
              <a:t>target</a:t>
            </a:r>
            <a:br>
              <a:rPr lang="en-US" sz="1100" dirty="0">
                <a:solidFill>
                  <a:schemeClr val="tx2"/>
                </a:solidFill>
                <a:latin typeface="+mn-lt"/>
                <a:ea typeface="+mn-ea"/>
              </a:rPr>
            </a:br>
            <a:r>
              <a:rPr lang="en-US" sz="1100" kern="1200" dirty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Build reports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9F22C1C-4E50-9B22-EB12-E5206684AB87}"/>
              </a:ext>
            </a:extLst>
          </p:cNvPr>
          <p:cNvSpPr txBox="1"/>
          <p:nvPr/>
        </p:nvSpPr>
        <p:spPr>
          <a:xfrm>
            <a:off x="3815729" y="4184896"/>
            <a:ext cx="1186547" cy="30566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</a:pPr>
            <a:r>
              <a:rPr lang="en-US" sz="1100" dirty="0">
                <a:solidFill>
                  <a:schemeClr val="tx2"/>
                </a:solidFill>
              </a:rPr>
              <a:t>ML Model </a:t>
            </a:r>
            <a:br>
              <a:rPr lang="en-US" sz="1100" dirty="0">
                <a:solidFill>
                  <a:schemeClr val="tx2"/>
                </a:solidFill>
              </a:rPr>
            </a:br>
            <a:r>
              <a:rPr lang="en-US" sz="1100" dirty="0">
                <a:solidFill>
                  <a:schemeClr val="tx2"/>
                </a:solidFill>
              </a:rPr>
              <a:t>Bu</a:t>
            </a:r>
            <a:r>
              <a:rPr lang="en-US" sz="1100" kern="1200" dirty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ild parameters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7696CD19-A976-3743-542C-99C7E762625F}"/>
              </a:ext>
            </a:extLst>
          </p:cNvPr>
          <p:cNvCxnSpPr>
            <a:cxnSpLocks/>
          </p:cNvCxnSpPr>
          <p:nvPr/>
        </p:nvCxnSpPr>
        <p:spPr>
          <a:xfrm>
            <a:off x="3203838" y="3429000"/>
            <a:ext cx="8167723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E85A07F9-DF84-8C54-11EB-8AD4DB54913B}"/>
              </a:ext>
            </a:extLst>
          </p:cNvPr>
          <p:cNvSpPr txBox="1"/>
          <p:nvPr/>
        </p:nvSpPr>
        <p:spPr>
          <a:xfrm>
            <a:off x="3932605" y="1867932"/>
            <a:ext cx="7108946" cy="307777"/>
          </a:xfrm>
          <a:prstGeom prst="rect">
            <a:avLst/>
          </a:prstGeom>
          <a:solidFill>
            <a:schemeClr val="bg2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Keil Studio for VS Code: build and debug the embedded application (desktop) 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760D345E-06AB-3BE4-F5C1-D4B1576C5BA3}"/>
              </a:ext>
            </a:extLst>
          </p:cNvPr>
          <p:cNvSpPr txBox="1"/>
          <p:nvPr/>
        </p:nvSpPr>
        <p:spPr>
          <a:xfrm>
            <a:off x="3932605" y="4652243"/>
            <a:ext cx="7108945" cy="307777"/>
          </a:xfrm>
          <a:prstGeom prst="rect">
            <a:avLst/>
          </a:prstGeom>
          <a:solidFill>
            <a:schemeClr val="bg2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GitHub Actions: convert Model and build AI Layer in a GitHub runner (cloud service)</a:t>
            </a:r>
          </a:p>
        </p:txBody>
      </p:sp>
    </p:spTree>
    <p:extLst>
      <p:ext uri="{BB962C8B-B14F-4D97-AF65-F5344CB8AC3E}">
        <p14:creationId xmlns:p14="http://schemas.microsoft.com/office/powerpoint/2010/main" val="306843236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49</TotalTime>
  <Words>86</Words>
  <Application>Microsoft Office PowerPoint</Application>
  <PresentationFormat>Widescreen</PresentationFormat>
  <Paragraphs>13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Reinhard Keil</dc:creator>
  <cp:lastModifiedBy>Reinhard Keil</cp:lastModifiedBy>
  <cp:revision>3</cp:revision>
  <dcterms:created xsi:type="dcterms:W3CDTF">2025-12-01T11:08:30Z</dcterms:created>
  <dcterms:modified xsi:type="dcterms:W3CDTF">2025-12-01T14:39:03Z</dcterms:modified>
</cp:coreProperties>
</file>